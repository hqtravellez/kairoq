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111827" accent2="475467" accent3="667085" accent4="98A2B3" accent5="D0D5DD" accent6="EAECF0" bg1="FFFFFF" bg2="F9FAFB" folHlink="954F72" hlink="0563C1" tx1="111827" tx2="475467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None/>
            </a:pPr>
            <a:r>
              <a:rPr lang="en-US" sz="2800" b="1">
                <a:solidFill>
                  <a:srgbClr val="111827"/>
                </a:solidFill>
                <a:latin typeface="Aptos"/>
              </a:rPr>
              <a:t>Test Deck</a:t>
            </a:r>
            <a:endParaRPr lang="en-US" sz="2800"/>
          </a:p>
        </p:txBody>
      </p:sp>
      <p:sp>
        <p:nvSpPr>
          <p:cNvPr id="3" name="Subtitle"/>
          <p:cNvSpPr txBox="1"/>
          <p:nvPr/>
        </p:nvSpPr>
        <p:spPr>
          <a:xfrm>
            <a:off x="685800" y="1371600"/>
            <a:ext cx="108204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None/>
            </a:pPr>
            <a:r>
              <a:rPr lang="en-US" sz="1500" b="0">
                <a:solidFill>
                  <a:srgbClr val="667085"/>
                </a:solidFill>
                <a:latin typeface="Aptos"/>
              </a:rPr>
              <a:t>Created by Kairoq</a:t>
            </a:r>
            <a:endParaRPr lang="en-US" sz="1500"/>
          </a:p>
        </p:txBody>
      </p:sp>
      <p:sp>
        <p:nvSpPr>
          <p:cNvPr id="20" name="Footer"/>
          <p:cNvSpPr txBox="1"/>
          <p:nvPr/>
        </p:nvSpPr>
        <p:spPr>
          <a:xfrm>
            <a:off x="685800" y="6426200"/>
            <a:ext cx="108204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None/>
            </a:pPr>
            <a:r>
              <a:rPr lang="en-US" sz="900" b="0">
                <a:solidFill>
                  <a:srgbClr val="98A2B3"/>
                </a:solidFill>
                <a:latin typeface="Aptos"/>
              </a:rPr>
              <a:t>Kairoq  •  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None/>
            </a:pPr>
            <a:r>
              <a:rPr lang="en-US" sz="2800" b="1">
                <a:solidFill>
                  <a:srgbClr val="111827"/>
                </a:solidFill>
                <a:latin typeface="Aptos"/>
              </a:rPr>
              <a:t>Slide One</a:t>
            </a:r>
            <a:endParaRPr lang="en-US" sz="2800"/>
          </a:p>
        </p:txBody>
      </p:sp>
      <p:sp>
        <p:nvSpPr>
          <p:cNvPr id="5" name="Bullets"/>
          <p:cNvSpPr txBox="1"/>
          <p:nvPr/>
        </p:nvSpPr>
        <p:spPr>
          <a:xfrm>
            <a:off x="685800" y="2057400"/>
            <a:ext cx="1082040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42875">
              <a:buChar char="•"/>
            </a:pPr>
            <a:r>
              <a:rPr lang="en-US" sz="1900" b="0">
                <a:solidFill>
                  <a:srgbClr val="111827"/>
                </a:solidFill>
                <a:latin typeface="Aptos"/>
              </a:rPr>
              <a:t>One</a:t>
            </a:r>
            <a:endParaRPr lang="en-US" sz="1900"/>
          </a:p>
          <a:p>
            <a:pPr marL="285750" indent="-142875">
              <a:buChar char="•"/>
            </a:pPr>
            <a:r>
              <a:rPr lang="en-US" sz="1900" b="0">
                <a:solidFill>
                  <a:srgbClr val="111827"/>
                </a:solidFill>
                <a:latin typeface="Aptos"/>
              </a:rPr>
              <a:t>Two</a:t>
            </a:r>
            <a:endParaRPr lang="en-US" sz="1900"/>
          </a:p>
        </p:txBody>
      </p:sp>
      <p:sp>
        <p:nvSpPr>
          <p:cNvPr id="20" name="Footer"/>
          <p:cNvSpPr txBox="1"/>
          <p:nvPr/>
        </p:nvSpPr>
        <p:spPr>
          <a:xfrm>
            <a:off x="685800" y="6426200"/>
            <a:ext cx="108204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None/>
            </a:pPr>
            <a:r>
              <a:rPr lang="en-US" sz="900" b="0">
                <a:solidFill>
                  <a:srgbClr val="98A2B3"/>
                </a:solidFill>
                <a:latin typeface="Aptos"/>
              </a:rPr>
              <a:t>Kairoq  •  2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iroq">
  <a:themeElements>
    <a:clrScheme name="Kairoq">
      <a:dk1>
        <a:srgbClr val="111827"/>
      </a:dk1>
      <a:lt1>
        <a:srgbClr val="FFFFFF"/>
      </a:lt1>
      <a:dk2>
        <a:srgbClr val="475467"/>
      </a:dk2>
      <a:lt2>
        <a:srgbClr val="F9FAFB"/>
      </a:lt2>
      <a:accent1>
        <a:srgbClr val="111827"/>
      </a:accent1>
      <a:accent2>
        <a:srgbClr val="4F46E5"/>
      </a:accent2>
      <a:accent3>
        <a:srgbClr val="0EA5E9"/>
      </a:accent3>
      <a:accent4>
        <a:srgbClr val="10B981"/>
      </a:accent4>
      <a:accent5>
        <a:srgbClr val="F59E0B"/>
      </a:accent5>
      <a:accent6>
        <a:srgbClr val="F43F5E"/>
      </a:accent6>
      <a:hlink>
        <a:srgbClr val="0563C1"/>
      </a:hlink>
      <a:folHlink>
        <a:srgbClr val="954F72"/>
      </a:folHlink>
    </a:clrScheme>
    <a:fontScheme name="Kairoq">
      <a:majorFont>
        <a:latin typeface="Aptos Display"/>
      </a:majorFont>
      <a:minorFont>
        <a:latin typeface="Aptos"/>
      </a:minorFont>
    </a:fontScheme>
    <a:fmtScheme name="Kairoq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